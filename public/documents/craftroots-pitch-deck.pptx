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1623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(warm, slow): Picture this. You're a traveller in Bangalore. You want something real — not another tourist trap. Sixty kilometres away is Channapatna, a town that's been hand-making wooden toys for 200 years. But thousands of tourists drive past it every weekend and don't even know. We're going to change that. We're CraftRoots.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P1: Channapatna sits between Bengaluru and Mysuru — a 200-year-old craft town with a GI tag for its lacquerware. Perfect weekend distance from the city. But here's the problem: the new expressway now goes straight to Mysuru. Travellers don't stop here anymore. An entire generation of artisans is watching their market disappear.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P1: We didn't start at the answer. We started at the symptom — artisans earning less. Then we kept asking why. Each why took us deeper. Until we hit the real problem: artisans have no way to reach travellers BEFORE the trip. Everything they built depended on walk-ins. The highway broke that. Solving the root cause means giving them a digital channel to travellers — before the journey even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P2: We didn't stop at conversations. We ran a proper survey. 120 people. 71% are genuinely interested in learning a local craft. 72% would actually use a platform like ours. 58% are willing to pay seven hundred rupees or more. And on the artisan side — 92% are open to hosting. The market is there. It's been there. Nobody's built the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(pause, slow): So we asked — how might we enable travellers to discover, trust, and participate in authentic artisan experiences? Discover. Trust. Participate. Those three words shaped everything we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P1: This is CraftRoots. A platform where a traveller discovers a verified artisan workshop, trusts it through reviews, photos, and a GI-tag stamp, and participates — learns, makes, takes it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P1: Emilia's journey, in four steps. She discovers verified experiences. She books in a few taps. She spends an afternoon with Ramesh, shaping a toy with her own hands. She takes it home and rates the host. That review helps the next traveller trust the next artisan.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P2: We're not building this on vibes. Four success categories, measured from day one. Adoption — fifty to a hundred bookings a month, with thirty to forty percent coming back. Participation — seventy-to-eighty percent show up, five to ten per session. Income impact — two to three times what the artisan makes today, five hundred to a thousand rupees per traveller, direct. Satisfaction — four-plus stars, eighty percent calling it meaningful. This is how we'll know it's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(land it): We start with Channapatna — one town, one craft, one proof. But India has sixty-four lakh artisans. Every craft cluster is a CraftRoots waiting to happen. P2: We're not just building a platform. We're building back what a highway took away.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858000" y="6172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Channapatna wooden toys · 200 years of tradition</a:t>
            </a:r>
            <a:endParaRPr lang="en-US" sz="1300" dirty="0"/>
          </a:p>
        </p:txBody>
      </p:sp>
      <p:pic>
        <p:nvPicPr>
          <p:cNvPr id="5" name="Image 1" descr="WhatsApp_Image_2026-04-23_at_5_10_27_P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8202" y="0"/>
            <a:ext cx="8913779" cy="685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9794" y="1656318"/>
            <a:ext cx="5943600" cy="11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travellers meet makers.</a:t>
            </a:r>
            <a:endParaRPr lang="en-US" sz="2800" b="1" dirty="0"/>
          </a:p>
        </p:txBody>
      </p:sp>
      <p:sp>
        <p:nvSpPr>
          <p:cNvPr id="7" name="Text 3"/>
          <p:cNvSpPr/>
          <p:nvPr/>
        </p:nvSpPr>
        <p:spPr>
          <a:xfrm>
            <a:off x="548640" y="2251157"/>
            <a:ext cx="5943600" cy="178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Reviving Channapatna, one hand-made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souvenir at a time.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4846320"/>
            <a:ext cx="1828800" cy="0"/>
          </a:xfrm>
          <a:prstGeom prst="line">
            <a:avLst/>
          </a:prstGeom>
          <a:noFill/>
          <a:ln w="254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548640" y="4345934"/>
            <a:ext cx="5486400" cy="56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CAUSE 2026  ·  THE FUTURE IS LOCAL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5225775"/>
            <a:ext cx="5486400" cy="56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Anubhav Singh </a:t>
            </a:r>
            <a:r>
              <a:rPr lang="en-US" sz="1300" dirty="0" err="1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Chahar</a:t>
            </a:r>
            <a:r>
              <a:rPr lang="en-US" sz="1300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|| Prisha Sharma || Prashant Lohar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THE PLACE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craft town the highway forgot.</a:t>
            </a:r>
            <a:endParaRPr lang="en-US" sz="3600" dirty="0"/>
          </a:p>
        </p:txBody>
      </p:sp>
      <p:pic>
        <p:nvPicPr>
          <p:cNvPr id="4" name="Image 0" descr="WhatsApp_Image_2026-04-23_at_5_12_11_P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920240"/>
            <a:ext cx="59436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79592"/>
            <a:ext cx="5943600" cy="0"/>
          </a:xfrm>
          <a:prstGeom prst="line">
            <a:avLst/>
          </a:prstGeom>
          <a:noFill/>
          <a:ln w="254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48640" y="59253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→ Mysuru corridor · Channapatna sits between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66560" y="192024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949440" y="2057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 years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949440" y="2606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GI-tagged lacquerware tradition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324612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949440" y="3383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km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949440" y="3931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Bengaluru — weekend-trip distance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766560" y="457200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2D3A2E"/>
          </a:solidFill>
          <a:ln w="12700">
            <a:solidFill>
              <a:srgbClr val="2D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949440" y="4663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49440" y="4937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Bengaluru–Mysuru expressway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49440" y="5303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bypasses Channapatna entirely.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949440" y="5715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Pit-stop traffic has collapsed. Artisans are losing their customers overnight.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09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CRAFTROOTS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— HOW WE NARROWED 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whys to the real problem.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started with a symptom. We ended with a cause.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73152" cy="822960"/>
          </a:xfrm>
          <a:prstGeom prst="rect">
            <a:avLst/>
          </a:prstGeom>
          <a:solidFill>
            <a:srgbClr val="7A2E1A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21792" y="224028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93C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SYMPTOM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Artisans in Channapatna are earning less.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2606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customers are buying directly from them.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81528"/>
            <a:ext cx="73152" cy="822960"/>
          </a:xfrm>
          <a:prstGeom prst="rect">
            <a:avLst/>
          </a:prstGeom>
          <a:solidFill>
            <a:srgbClr val="7A2E1A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1792" y="3081528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3172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93C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4472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fewer customers?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344728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aren't stopping in Channapatna anymore.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22776"/>
            <a:ext cx="73152" cy="822960"/>
          </a:xfrm>
          <a:prstGeom prst="rect">
            <a:avLst/>
          </a:prstGeom>
          <a:solidFill>
            <a:srgbClr val="7A2E1A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1792" y="3922776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22960" y="4014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93C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2885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aren't tourists stopping?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0" y="428853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Bengaluru–Mysuru expressway bypasses the town.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73152" cy="822960"/>
          </a:xfrm>
          <a:prstGeom prst="rect">
            <a:avLst/>
          </a:prstGeom>
          <a:solidFill>
            <a:srgbClr val="7A2E1A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1792" y="4764024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2960" y="4855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93C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51297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that matter so much?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17920" y="51297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 relied almost entirely on walk-in trade.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605272"/>
            <a:ext cx="73152" cy="822960"/>
          </a:xfrm>
          <a:prstGeom prst="rect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21792" y="5605272"/>
            <a:ext cx="11064240" cy="822960"/>
          </a:xfrm>
          <a:prstGeom prst="rect">
            <a:avLst/>
          </a:prstGeom>
          <a:solidFill>
            <a:srgbClr val="7A2E1A"/>
          </a:solidFill>
          <a:ln w="9525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2960" y="5696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59710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only walk-in trade?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69280" y="5879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17920" y="59710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no way to reach travellers before the trip.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09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CRAFTROOTS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1EE4ED3-4BB1-3070-1FFF-BD91818B7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701" y="168546"/>
            <a:ext cx="3174331" cy="18494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WHAT WE HEARD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surveyed 120 travellers.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demand is there. The access isn't.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200400" y="25146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interest in learning a local craft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3566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or 5 out of 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228600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629400" y="2423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9006840" y="25146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they're likely to use a platform like CraftRoots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06840" y="3566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or 5 out of 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3200400" y="45262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pay ₹700+ per experience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5577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willing to pay ₹1,500+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429768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29400" y="4434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9006840" y="45262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artisans open to hosting workshops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06840" y="5577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"yes" or "maybe"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CRAFTROOTS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— THE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might we enable travellers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discover, trust, and participate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authentic artisan experiences?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371600" y="4937760"/>
            <a:ext cx="2286000" cy="0"/>
          </a:xfrm>
          <a:prstGeom prst="line">
            <a:avLst/>
          </a:prstGeom>
          <a:noFill/>
          <a:ln w="254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7160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DC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verbs. One mission.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09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CRAFTROOTS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OUR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CraftRoots.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booking platform for hands-on craft experiences.</a:t>
            </a:r>
            <a:endParaRPr lang="en-US" sz="2000" dirty="0"/>
          </a:p>
        </p:txBody>
      </p:sp>
      <p:pic>
        <p:nvPicPr>
          <p:cNvPr id="5" name="Image 0" descr="WhatsApp_Image_2026-04-23_at_5_52_18_P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651760"/>
            <a:ext cx="411480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2651760"/>
            <a:ext cx="73152" cy="109728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029200" y="2651760"/>
            <a:ext cx="6675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257800" y="2788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93C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57800" y="32461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artisan workshops near you.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3886200"/>
            <a:ext cx="73152" cy="1097280"/>
          </a:xfrm>
          <a:prstGeom prst="rect">
            <a:avLst/>
          </a:prstGeom>
          <a:solidFill>
            <a:srgbClr val="2D3A2E"/>
          </a:solidFill>
          <a:ln w="12700">
            <a:solidFill>
              <a:srgbClr val="2D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029200" y="3886200"/>
            <a:ext cx="6675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257800" y="40233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257800" y="44805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photos, GI-tag verification.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46320" y="5120640"/>
            <a:ext cx="73152" cy="109728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029200" y="5120640"/>
            <a:ext cx="6675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257800" y="5257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6D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Participate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257800" y="57150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 Make. Take it home.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/ 09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CRAFTROOTS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—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Emilia's journey.</a:t>
            </a:r>
            <a:endParaRPr lang="en-US" sz="3200" dirty="0"/>
          </a:p>
        </p:txBody>
      </p:sp>
      <p:pic>
        <p:nvPicPr>
          <p:cNvPr id="4" name="Image 0" descr="WhatsApp_Image_2026-04-23_at_5_15_23_P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920240"/>
            <a:ext cx="2743200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97680"/>
            <a:ext cx="2743200" cy="502920"/>
          </a:xfrm>
          <a:prstGeom prst="rect">
            <a:avLst/>
          </a:prstGeom>
          <a:solidFill>
            <a:srgbClr val="7A2E1A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48640" y="4297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" y="2057400"/>
            <a:ext cx="548640" cy="548640"/>
          </a:xfrm>
          <a:prstGeom prst="ellipse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4937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verified experiences near her.</a:t>
            </a:r>
            <a:endParaRPr lang="en-US" sz="1300" dirty="0"/>
          </a:p>
        </p:txBody>
      </p:sp>
      <p:pic>
        <p:nvPicPr>
          <p:cNvPr id="10" name="Image 1" descr="WhatsApp_Image_2026-04-23_at_5_33_33_PM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01568" y="1920240"/>
            <a:ext cx="2743200" cy="2377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01568" y="4297680"/>
            <a:ext cx="2743200" cy="502920"/>
          </a:xfrm>
          <a:prstGeom prst="rect">
            <a:avLst/>
          </a:prstGeom>
          <a:solidFill>
            <a:srgbClr val="7A2E1A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401568" y="4297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538728" y="2057400"/>
            <a:ext cx="548640" cy="548640"/>
          </a:xfrm>
          <a:prstGeom prst="ellipse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353872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493008" y="4937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date. Pay securely.</a:t>
            </a:r>
            <a:endParaRPr lang="en-US" sz="1300" dirty="0"/>
          </a:p>
        </p:txBody>
      </p:sp>
      <p:pic>
        <p:nvPicPr>
          <p:cNvPr id="16" name="Image 2" descr="WhatsApp_Image_2026-04-23_at_5_52_18_PM__1_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54496" y="1920240"/>
            <a:ext cx="2743200" cy="23774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254496" y="4297680"/>
            <a:ext cx="2743200" cy="502920"/>
          </a:xfrm>
          <a:prstGeom prst="rect">
            <a:avLst/>
          </a:prstGeom>
          <a:solidFill>
            <a:srgbClr val="7A2E1A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6254496" y="4297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391656" y="2057400"/>
            <a:ext cx="548640" cy="548640"/>
          </a:xfrm>
          <a:prstGeom prst="ellipse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6391656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345936" y="4937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Ramesh. Shape a toy.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9107424" y="4297680"/>
            <a:ext cx="2743200" cy="502920"/>
          </a:xfrm>
          <a:prstGeom prst="rect">
            <a:avLst/>
          </a:prstGeom>
          <a:solidFill>
            <a:srgbClr val="7A2E1A"/>
          </a:solidFill>
          <a:ln w="12700">
            <a:solidFill>
              <a:srgbClr val="7A2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9107424" y="4297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198864" y="4937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home. Rate the host.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booking = direct income for an artisan. Every review = more trust for the next traveller.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/ 09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CRAFTROOTS</a:t>
            </a:r>
            <a:endParaRPr lang="en-US" sz="900" dirty="0"/>
          </a:p>
        </p:txBody>
      </p:sp>
      <p:pic>
        <p:nvPicPr>
          <p:cNvPr id="32" name="Image 0" descr="WhatsApp_Image_2026-04-23_at_5_52_18_PM.jpeg">
            <a:extLst>
              <a:ext uri="{FF2B5EF4-FFF2-40B4-BE49-F238E27FC236}">
                <a16:creationId xmlns:a16="http://schemas.microsoft.com/office/drawing/2014/main" id="{EB3A4C74-C1E7-5EC9-DE35-F282F7EC20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07424" y="1914188"/>
            <a:ext cx="2743200" cy="2459467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203436" y="2057400"/>
            <a:ext cx="548640" cy="548640"/>
          </a:xfrm>
          <a:prstGeom prst="ellipse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922401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— SUCCESS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we'll know it's working.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categories. Measured from day one of the pilot.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257800" cy="41148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322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50–100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/ month by month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926080"/>
            <a:ext cx="0" cy="1097280"/>
          </a:xfrm>
          <a:prstGeom prst="line">
            <a:avLst/>
          </a:prstGeom>
          <a:noFill/>
          <a:ln w="9525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2900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repeat-user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228600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2D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355080" y="2286000"/>
            <a:ext cx="5257800" cy="411480"/>
          </a:xfrm>
          <a:prstGeom prst="rect">
            <a:avLst/>
          </a:prstGeom>
          <a:solidFill>
            <a:srgbClr val="2D3A2E"/>
          </a:solidFill>
          <a:ln w="12700">
            <a:solidFill>
              <a:srgbClr val="2D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83680" y="2322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70–80%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8368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booking-to-attendance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2926080"/>
            <a:ext cx="0" cy="1097280"/>
          </a:xfrm>
          <a:prstGeom prst="line">
            <a:avLst/>
          </a:prstGeom>
          <a:noFill/>
          <a:ln w="9525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23544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23544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 per session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5257800" cy="41148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4379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INCOME IMPACT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892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2–3×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77240" y="5577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earnings per session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4983480"/>
            <a:ext cx="0" cy="1097280"/>
          </a:xfrm>
          <a:prstGeom prst="line">
            <a:avLst/>
          </a:prstGeom>
          <a:noFill/>
          <a:ln w="9525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2900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₹500–1,000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429000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traveller, direct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434340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355080" y="4343400"/>
            <a:ext cx="5257800" cy="41148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83680" y="4379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SATISFACTION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4892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4.0+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583680" y="5577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star rating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52560" y="4983480"/>
            <a:ext cx="0" cy="1097280"/>
          </a:xfrm>
          <a:prstGeom prst="line">
            <a:avLst/>
          </a:prstGeom>
          <a:noFill/>
          <a:ln w="9525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23544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235440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"meaningful"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/ 09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CRAFTROOTS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atsApp_Image_2026-04-23_at_5_33_33_P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5720" y="-109728"/>
            <a:ext cx="12283440" cy="7680960"/>
          </a:xfrm>
          <a:prstGeom prst="rect">
            <a:avLst/>
          </a:prstGeom>
          <a:solidFill>
            <a:srgbClr val="640000">
              <a:alpha val="64706"/>
            </a:srgbClr>
          </a:solidFill>
          <a:ln w="12700">
            <a:solidFill>
              <a:srgbClr val="7A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start with Channapatna.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craft cluster in India is next.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560320"/>
            <a:ext cx="2286000" cy="0"/>
          </a:xfrm>
          <a:prstGeom prst="line">
            <a:avLst/>
          </a:prstGeom>
          <a:noFill/>
          <a:ln w="254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PILOT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2743200" cy="914400"/>
          </a:xfrm>
          <a:prstGeom prst="rect">
            <a:avLst/>
          </a:prstGeom>
          <a:solidFill>
            <a:srgbClr val="5A1F10"/>
          </a:solidFill>
          <a:ln w="12700">
            <a:solidFill>
              <a:srgbClr val="5A1F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31520" y="3182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4564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builders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artisan partners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3108960"/>
            <a:ext cx="2743200" cy="914400"/>
          </a:xfrm>
          <a:prstGeom prst="rect">
            <a:avLst/>
          </a:prstGeom>
          <a:solidFill>
            <a:srgbClr val="5A1F10"/>
          </a:solidFill>
          <a:ln w="12700">
            <a:solidFill>
              <a:srgbClr val="5A1F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566160" y="3182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66160" y="34564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Figma, no-code MVP,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discovery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108960"/>
            <a:ext cx="2743200" cy="914400"/>
          </a:xfrm>
          <a:prstGeom prst="rect">
            <a:avLst/>
          </a:prstGeom>
          <a:solidFill>
            <a:srgbClr val="5A1F10"/>
          </a:solidFill>
          <a:ln w="12700">
            <a:solidFill>
              <a:srgbClr val="5A1F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00800" y="3182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34564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sessions,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travellers each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52560" y="3108960"/>
            <a:ext cx="2743200" cy="914400"/>
          </a:xfrm>
          <a:prstGeom prst="rect">
            <a:avLst/>
          </a:prstGeom>
          <a:solidFill>
            <a:srgbClr val="5A1F10"/>
          </a:solidFill>
          <a:ln w="12700">
            <a:solidFill>
              <a:srgbClr val="5A1F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235440" y="3182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235440" y="34564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Channapatna →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craft clusters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kern="0" spc="400" dirty="0">
                <a:solidFill>
                  <a:srgbClr val="F5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Care. Collaborate. Create.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/ 09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9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CRAFTROOTS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1143</Words>
  <Application>Microsoft Office PowerPoint</Application>
  <PresentationFormat>Widescreen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CraftRoots — CAUSE 2026</dc:title>
  <dc:subject>PptxGenJS Presentation</dc:subject>
  <dc:creator>Prisha &amp; team</dc:creator>
  <cp:lastModifiedBy>ANUBHAV SINGH CHAHAR</cp:lastModifiedBy>
  <cp:revision>3</cp:revision>
  <dcterms:created xsi:type="dcterms:W3CDTF">2026-04-23T19:50:29Z</dcterms:created>
  <dcterms:modified xsi:type="dcterms:W3CDTF">2026-04-23T20:16:00Z</dcterms:modified>
</cp:coreProperties>
</file>